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5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320" r:id="rId5"/>
    <p:sldId id="260" r:id="rId6"/>
    <p:sldId id="277" r:id="rId7"/>
    <p:sldId id="300" r:id="rId8"/>
    <p:sldId id="299" r:id="rId9"/>
    <p:sldId id="298" r:id="rId10"/>
    <p:sldId id="309" r:id="rId11"/>
    <p:sldId id="285" r:id="rId12"/>
    <p:sldId id="287" r:id="rId13"/>
    <p:sldId id="275" r:id="rId14"/>
    <p:sldId id="326" r:id="rId15"/>
    <p:sldId id="301" r:id="rId16"/>
    <p:sldId id="321" r:id="rId17"/>
    <p:sldId id="323" r:id="rId18"/>
    <p:sldId id="324" r:id="rId19"/>
    <p:sldId id="325" r:id="rId20"/>
    <p:sldId id="276" r:id="rId21"/>
    <p:sldId id="26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90" autoAdjust="0"/>
  </p:normalViewPr>
  <p:slideViewPr>
    <p:cSldViewPr>
      <p:cViewPr>
        <p:scale>
          <a:sx n="98" d="100"/>
          <a:sy n="98" d="100"/>
        </p:scale>
        <p:origin x="101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3.xml"/><Relationship Id="rId3" Type="http://schemas.openxmlformats.org/officeDocument/2006/relationships/slide" Target="slides/slide3.xml"/><Relationship Id="rId7" Type="http://schemas.openxmlformats.org/officeDocument/2006/relationships/slide" Target="slides/slide12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11.xml"/><Relationship Id="rId5" Type="http://schemas.openxmlformats.org/officeDocument/2006/relationships/slide" Target="slides/slide6.xml"/><Relationship Id="rId10" Type="http://schemas.openxmlformats.org/officeDocument/2006/relationships/slide" Target="slides/slide21.xml"/><Relationship Id="rId4" Type="http://schemas.openxmlformats.org/officeDocument/2006/relationships/slide" Target="slides/slide5.xml"/><Relationship Id="rId9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02F25-A6C9-48C5-A751-552257CC3F31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58464F-552E-4272-8EFE-2B28E0655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496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B72B0-9248-4E43-88B0-3887F35B5591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52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CAC9-9C20-4933-92DF-2DEB9404DBD8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90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C762F-F46B-48B2-B3EA-4111404C4622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8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8AEE3-E96C-4253-9EC1-035B8C56A972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68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C5E55-C21B-4074-ACDD-1A66EF3FFE76}" type="datetime1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8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72269-DA20-4FF7-968D-8057CA01A2F2}" type="datetime1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28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022C-A2B9-4542-B3B9-F34FB0831B8F}" type="datetime1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35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58EB3-5F24-4D36-A38E-379AE8702969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675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7DE2C-FB16-4A96-9686-457FF5EF0AA1}" type="datetime1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08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1E2E-9366-4351-84AD-9CDC0C53DE6E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13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D247A-86CB-4F09-A2AB-EBEFB1708168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80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A7687-B564-4769-8CD4-291D76F4C500}" type="datetime1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CAAF5-03BA-4168-AC93-5456AEECE6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0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381001"/>
            <a:ext cx="11201400" cy="6095999"/>
          </a:xfrm>
        </p:spPr>
        <p:txBody>
          <a:bodyPr>
            <a:noAutofit/>
          </a:bodyPr>
          <a:lstStyle/>
          <a:p>
            <a:br>
              <a:rPr lang="en-US" sz="1800" b="1" dirty="0"/>
            </a:br>
            <a:br>
              <a:rPr lang="en-US" sz="1800" b="1" dirty="0"/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 Presentation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"Interconnected: A Social Media Platform"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Utsab Dangol(41002190)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 Presentation Submitted in partial fulfillment of the requirement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Bachelor of Computer Application (BCA) 4</a:t>
            </a:r>
            <a:r>
              <a:rPr lang="en-US" sz="18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Semester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Tribhuvan University, Nepal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February, 2026                                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685800"/>
            <a:ext cx="1371600" cy="13716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0D1952-FA2C-C76C-AA3F-8FD6442C3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605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952999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 using ER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Modeling using DFD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Design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Implemented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Modules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E4E09-3FC4-4F70-3C69-659A8B1A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92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Interconnected is a community-based platform designed to replace addictive feeds with intentional, interest-driven filtering.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</a:rPr>
              <a:t>Users choose the content they want to focus on in the moment instead of being pulled into endless distraction.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​</a:t>
            </a:r>
            <a:endParaRPr lang="en-US" sz="2800" spc="1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4BF75-DEFF-4F92-61FC-B872851BB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96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D741-880C-A3FE-88FD-953BF25F7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7942D-0D88-EC57-C97A-0005B2771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Algorithm-Driven Distraction: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 prioritize engagement and trending content over relevance, leading to superficial interactions and reduced focus on meaningful topics.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Community Emphasis: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some platforms offer community features, they are often secondary, hard to access, and fail to foster genuine, interest-based connections.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Overload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Constant content from multiple sources overwhelms users, hindering productive engagement and thoughtful discussion within focused communities.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60D51-7A0C-3B52-604A-39D9CF9D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795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create a community-driven social media platform that prioritizes meaningful </a:t>
            </a:r>
          </a:p>
          <a:p>
            <a:pPr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balance social interaction with productivity by reducing algorithmic distractions </a:t>
            </a:r>
          </a:p>
          <a:p>
            <a:pPr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give users greater control over what they see and how they engage with content.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B310F-DF59-8AE2-DD06-1AD5EF391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88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53725-66F5-FC8E-4D54-1910CC9C2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9"/>
            <a:ext cx="8229600" cy="78995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BD063F-D9BF-7D20-F578-F23C0BB44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6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C9E2C70-213A-C80F-E75B-C17E4FD46A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322" y="1639421"/>
            <a:ext cx="5133357" cy="44475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5868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A3DF8-B48C-F891-3597-803B6F76E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 using 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E872D-3126-ADA4-80A7-0E5E3FCB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7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ED3BBC-415B-E71E-A95E-C0AAD3A16E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1455828"/>
            <a:ext cx="48006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00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F4F6D-7162-F637-C1D1-0A17CC415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9705" y="340186"/>
            <a:ext cx="8229600" cy="1143000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 DFD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EC0F7-A87A-8BA9-B840-7F310B6F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8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15A7B2F-A59A-7E97-08E9-6495CB681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28" b="25463"/>
          <a:stretch/>
        </p:blipFill>
        <p:spPr bwMode="auto">
          <a:xfrm>
            <a:off x="2017347" y="1752600"/>
            <a:ext cx="8157306" cy="4038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2986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3E13E-D825-81D9-1893-9D4E1978F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Level 1 DFD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D5B0D-E90D-D6A2-B8BF-E1A60F023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9</a:t>
            </a:fld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21D3203-0197-A21A-8E59-8EF185BA9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143001"/>
            <a:ext cx="6096000" cy="53152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429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9DB6-6BE2-AFCD-33C9-547E2F753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512" y="141094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Level 1 DFD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AA6E3-821E-D1D9-D9E5-7FEA2125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10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DA2824-9B79-9293-286B-19FC5282DD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143000"/>
            <a:ext cx="6096000" cy="53186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71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598D1-FF6D-6FBB-BC2B-3830DA973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DFD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878A9D-FAB6-4027-AB50-1956F034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11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23F901-C713-2B0F-E898-7F625A1C44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1" r="1561" b="8501"/>
          <a:stretch/>
        </p:blipFill>
        <p:spPr bwMode="auto">
          <a:xfrm>
            <a:off x="3314700" y="1437339"/>
            <a:ext cx="5562600" cy="51015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98476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B6266-31B8-C70D-7A36-C85A73ECE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5E3F7-CDD1-FE1F-B0F0-274C055DE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12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47E654-BA0E-DAB2-CEE3-5F5C957031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143000"/>
            <a:ext cx="852021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03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</a:t>
            </a:r>
          </a:p>
          <a:p>
            <a:pPr>
              <a:lnSpc>
                <a:spcPct val="150000"/>
              </a:lnSpc>
            </a:pPr>
            <a:r>
              <a:rPr lang="en-US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HTML</a:t>
            </a:r>
          </a:p>
          <a:p>
            <a:pPr>
              <a:lnSpc>
                <a:spcPct val="150000"/>
              </a:lnSpc>
            </a:pPr>
            <a:r>
              <a:rPr lang="en-US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CSS</a:t>
            </a:r>
          </a:p>
          <a:p>
            <a:pPr>
              <a:lnSpc>
                <a:spcPct val="150000"/>
              </a:lnSpc>
            </a:pPr>
            <a:r>
              <a:rPr lang="en-US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React</a:t>
            </a:r>
          </a:p>
          <a:p>
            <a:pPr>
              <a:lnSpc>
                <a:spcPct val="150000"/>
              </a:lnSpc>
            </a:pPr>
            <a:r>
              <a:rPr lang="en-US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PHP</a:t>
            </a:r>
          </a:p>
          <a:p>
            <a:pPr>
              <a:lnSpc>
                <a:spcPct val="150000"/>
              </a:lnSpc>
            </a:pPr>
            <a:r>
              <a:rPr lang="en-US" sz="2800" kern="1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MySQL.   </a:t>
            </a:r>
            <a:endParaRPr lang="en-US" sz="2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0BB5A-847A-AC89-90FA-4E080CEC3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046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DB87-8EB8-D112-C564-21A2760CE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533400"/>
            <a:ext cx="8229600" cy="715962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Modules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01F07-D0B0-17B5-BA8A-A9748CA6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248B30-CF9D-EEEA-B7BD-F77785E2E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11125200" cy="4648200"/>
          </a:xfrm>
        </p:spPr>
        <p:txBody>
          <a:bodyPr>
            <a:noAutofit/>
          </a:bodyPr>
          <a:lstStyle/>
          <a:p>
            <a:r>
              <a:rPr lang="en-US" sz="2800" dirty="0"/>
              <a:t>User Authentication Module</a:t>
            </a:r>
          </a:p>
          <a:p>
            <a:r>
              <a:rPr lang="en-US" sz="2800" dirty="0"/>
              <a:t>Community Management Module</a:t>
            </a:r>
          </a:p>
          <a:p>
            <a:r>
              <a:rPr lang="en-US" sz="2800" dirty="0"/>
              <a:t>Content Creation and Management Module</a:t>
            </a:r>
          </a:p>
          <a:p>
            <a:r>
              <a:rPr lang="en-US" sz="2800" dirty="0"/>
              <a:t>Moderation Module</a:t>
            </a:r>
          </a:p>
          <a:p>
            <a:r>
              <a:rPr lang="en-US" sz="2800" dirty="0"/>
              <a:t>Administrative Module</a:t>
            </a:r>
          </a:p>
        </p:txBody>
      </p:sp>
    </p:spTree>
    <p:extLst>
      <p:ext uri="{BB962C8B-B14F-4D97-AF65-F5344CB8AC3E}">
        <p14:creationId xmlns:p14="http://schemas.microsoft.com/office/powerpoint/2010/main" val="4258997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01F07-D0B0-17B5-BA8A-A9748CA6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248B30-CF9D-EEEA-B7BD-F77785E2E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81000"/>
            <a:ext cx="11125200" cy="5745165"/>
          </a:xfrm>
        </p:spPr>
        <p:txBody>
          <a:bodyPr>
            <a:no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Module: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secure registration, login, and session handling through input validation, unique user enforcement, password hashing, token generation, and controlled session lifecycle management.</a:t>
            </a:r>
          </a:p>
          <a:p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77ED3C-CE6D-4AA7-8AFE-9B204502CD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53" t="8287" r="36153" b="8289"/>
          <a:stretch/>
        </p:blipFill>
        <p:spPr>
          <a:xfrm>
            <a:off x="2661905" y="1828800"/>
            <a:ext cx="2691145" cy="43058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CF8D26-5754-D675-B782-73213744C7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53" t="16574" r="36153" b="16574"/>
          <a:stretch/>
        </p:blipFill>
        <p:spPr>
          <a:xfrm>
            <a:off x="5708078" y="1820334"/>
            <a:ext cx="3312178" cy="430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75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18C7D-68B4-0CB7-2296-4DCD5C16B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4801"/>
            <a:ext cx="10972800" cy="5821364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Management Module: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creation, discovery, and participation in communities, with structured membership handling, moderator assignment, search and filtering, and organized views of posts and guidelines.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6441B-7EF9-4E83-F00B-74814E669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1B9002-1362-1845-D10C-DD7CE97F08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56" r="31493"/>
          <a:stretch/>
        </p:blipFill>
        <p:spPr>
          <a:xfrm>
            <a:off x="1056468" y="1905000"/>
            <a:ext cx="2525018" cy="3738967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393FFB-33FF-E876-00DB-75D911F3AD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907583"/>
            <a:ext cx="6933173" cy="3738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24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7D96E-C361-1E02-FCA6-C6A58B5B1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4801"/>
            <a:ext cx="10989590" cy="5821364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Creation and Management Module: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validated post and threaded comment creation, with author-based editing control and soft-deletion mechanisms to maintain data integrity and consistent UI responses.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82CE4-4CC9-7068-CDE9-6534AEC0E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FB4633-D8D9-97CA-B44B-58D7D7E86E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538" y="2311867"/>
            <a:ext cx="5870652" cy="31474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96341D-E53C-FE00-B5A6-454AB36BC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88" y="1989822"/>
            <a:ext cx="4694210" cy="346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32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7D96E-C361-1E02-FCA6-C6A58B5B1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4801"/>
            <a:ext cx="10972800" cy="5821364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Moderation Module: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Facilitates reporting and enforcement workflows, allowing moderators to review flagged content and apply actions such as warnings, removals, or bans with proper logging and status tracking.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82CE4-4CC9-7068-CDE9-6534AEC0E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18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EACF18-18EF-3873-B190-9D9DEA266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" y="1905001"/>
            <a:ext cx="4970895" cy="38411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AF298B-3C22-ABBC-D48C-FB5F9E07A0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00" t="11215" r="11107" b="18201"/>
          <a:stretch/>
        </p:blipFill>
        <p:spPr bwMode="auto">
          <a:xfrm>
            <a:off x="6001905" y="1849961"/>
            <a:ext cx="4970896" cy="389618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10868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7D96E-C361-1E02-FCA6-C6A58B5B1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4801"/>
            <a:ext cx="10972800" cy="5821364"/>
          </a:xfrm>
        </p:spPr>
        <p:txBody>
          <a:bodyPr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Module: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Delivers system-wide governance through dashboards, analytics, user and community management, and oversight of activity trends and moderation processes.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82CE4-4CC9-7068-CDE9-6534AEC0E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19</a:t>
            </a:fld>
            <a:endParaRPr lang="en-US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91D4B1-2483-8ADA-F7DD-1E01DEDBEC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454556"/>
            <a:ext cx="7369051" cy="394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27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342107"/>
            <a:ext cx="82296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Interconnected lets Users join communities aligned with their interests and share achievements, fostering meaningful interactions.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User-Controlled Content Consumption: The platform allows users to focus on topics of their choice, offering more control than algorithm-driven platforms.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2BD72-E02C-B14F-21C9-CA3B8DDA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12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3626E-223C-91B6-F36F-45C39437E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CAAF5-03BA-4168-AC93-5456AEECE64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34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3675</TotalTime>
  <Words>512</Words>
  <Application>Microsoft Office PowerPoint</Application>
  <PresentationFormat>Widescreen</PresentationFormat>
  <Paragraphs>73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Symbol</vt:lpstr>
      <vt:lpstr>Times New Roman</vt:lpstr>
      <vt:lpstr>Office Theme</vt:lpstr>
      <vt:lpstr>       A Project  Presentation On "Interconnected: A Social Media Platform"    Submitted By Utsab Dangol(41002190)    A Project  Presentation Submitted in partial fulfillment of the requirement of Bachelor of Computer Application (BCA) 4th  Semester of Tribhuvan University, Nepal February, 2026                                 </vt:lpstr>
      <vt:lpstr>Table of Content</vt:lpstr>
      <vt:lpstr>Introduction </vt:lpstr>
      <vt:lpstr>Problem Statement</vt:lpstr>
      <vt:lpstr>Objectives</vt:lpstr>
      <vt:lpstr>Functional Requirement</vt:lpstr>
      <vt:lpstr>Data Modeling using ER</vt:lpstr>
      <vt:lpstr>Level 0 DFD </vt:lpstr>
      <vt:lpstr> User Level 1 DFD</vt:lpstr>
      <vt:lpstr>Admin Level 1 DFD</vt:lpstr>
      <vt:lpstr>Physical DFD Diagram</vt:lpstr>
      <vt:lpstr>Database Schema Design</vt:lpstr>
      <vt:lpstr>Tools Implemented</vt:lpstr>
      <vt:lpstr>Implemented Modules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Utsab Dangol</cp:lastModifiedBy>
  <cp:revision>71</cp:revision>
  <dcterms:created xsi:type="dcterms:W3CDTF">2020-03-01T07:37:33Z</dcterms:created>
  <dcterms:modified xsi:type="dcterms:W3CDTF">2026-02-13T05:49:35Z</dcterms:modified>
</cp:coreProperties>
</file>